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8288000" cy="10287000"/>
  <p:notesSz cx="6858000" cy="9144000"/>
  <p:embeddedFontLst>
    <p:embeddedFont>
      <p:font typeface="National Bold" panose="020B0604020202020204" charset="0"/>
      <p:regular r:id="rId14"/>
      <p:bold r:id="rId15"/>
    </p:embeddedFont>
    <p:embeddedFont>
      <p:font typeface="Newzald Bold" panose="02000504000000020004" charset="0"/>
      <p:regular r:id="rId16"/>
      <p:bold r:id="rId17"/>
      <p:italic r:id="rId18"/>
      <p:boldItalic r:id="rId19"/>
    </p:embeddedFont>
    <p:embeddedFont>
      <p:font typeface="Newzald Ligh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088D4-9A55-4B33-8269-2286028F93CD}" v="5" dt="2024-08-22T05:30:15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5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Duane" userId="fcf014aa-a488-4053-9fdf-71a3de7d84d2" providerId="ADAL" clId="{4FD088D4-9A55-4B33-8269-2286028F93CD}"/>
    <pc:docChg chg="modSld">
      <pc:chgData name="Emily Duane" userId="fcf014aa-a488-4053-9fdf-71a3de7d84d2" providerId="ADAL" clId="{4FD088D4-9A55-4B33-8269-2286028F93CD}" dt="2024-08-22T05:30:15.222" v="4" actId="20577"/>
      <pc:docMkLst>
        <pc:docMk/>
      </pc:docMkLst>
      <pc:sldChg chg="modSp mod">
        <pc:chgData name="Emily Duane" userId="fcf014aa-a488-4053-9fdf-71a3de7d84d2" providerId="ADAL" clId="{4FD088D4-9A55-4B33-8269-2286028F93CD}" dt="2024-08-22T05:30:15.222" v="4" actId="20577"/>
        <pc:sldMkLst>
          <pc:docMk/>
          <pc:sldMk cId="0" sldId="256"/>
        </pc:sldMkLst>
        <pc:spChg chg="mod">
          <ac:chgData name="Emily Duane" userId="fcf014aa-a488-4053-9fdf-71a3de7d84d2" providerId="ADAL" clId="{4FD088D4-9A55-4B33-8269-2286028F93CD}" dt="2024-08-22T05:30:15.222" v="4" actId="20577"/>
          <ac:spMkLst>
            <pc:docMk/>
            <pc:sldMk cId="0" sldId="256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2.sv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jpe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2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jpeg"/><Relationship Id="rId4" Type="http://schemas.openxmlformats.org/officeDocument/2006/relationships/image" Target="../media/image2.sv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28216" y="4395264"/>
            <a:ext cx="6821081" cy="151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319"/>
              </a:lnSpc>
            </a:pPr>
            <a:r>
              <a:rPr lang="en-US" sz="8799" spc="-149">
                <a:solidFill>
                  <a:srgbClr val="FFFFFF"/>
                </a:solidFill>
                <a:latin typeface="National Bold"/>
              </a:rPr>
              <a:t>Title</a:t>
            </a:r>
          </a:p>
        </p:txBody>
      </p:sp>
      <p:sp>
        <p:nvSpPr>
          <p:cNvPr id="6" name="Freeform 6"/>
          <p:cNvSpPr/>
          <p:nvPr/>
        </p:nvSpPr>
        <p:spPr>
          <a:xfrm>
            <a:off x="-3383877" y="-4351859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461811" y="902891"/>
            <a:ext cx="6797489" cy="1709445"/>
          </a:xfrm>
          <a:custGeom>
            <a:avLst/>
            <a:gdLst/>
            <a:ahLst/>
            <a:cxnLst/>
            <a:rect l="l" t="t" r="r" b="b"/>
            <a:pathLst>
              <a:path w="6797489" h="1709445">
                <a:moveTo>
                  <a:pt x="0" y="0"/>
                </a:moveTo>
                <a:lnTo>
                  <a:pt x="6797489" y="0"/>
                </a:lnTo>
                <a:lnTo>
                  <a:pt x="6797489" y="1709444"/>
                </a:lnTo>
                <a:lnTo>
                  <a:pt x="0" y="1709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228216" y="6173676"/>
            <a:ext cx="6915784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3600" err="1">
                <a:solidFill>
                  <a:srgbClr val="D9D9D9"/>
                </a:solidFill>
                <a:latin typeface="Newzald Light"/>
              </a:rPr>
              <a:t>SubTitle</a:t>
            </a:r>
            <a:endParaRPr lang="en-US" sz="3600">
              <a:solidFill>
                <a:srgbClr val="D9D9D9"/>
              </a:solidFill>
              <a:latin typeface="Newzald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28216" y="7505968"/>
            <a:ext cx="6915784" cy="5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>
                <a:solidFill>
                  <a:srgbClr val="D9D9D9"/>
                </a:solidFill>
                <a:latin typeface="Newzald Light"/>
              </a:rPr>
              <a:t>Name Surname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8216" y="8028822"/>
            <a:ext cx="6915784" cy="5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>
                <a:solidFill>
                  <a:srgbClr val="D9D9D9"/>
                </a:solidFill>
                <a:latin typeface="Newzald Light"/>
              </a:rPr>
              <a:t>Institution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8216" y="8553333"/>
            <a:ext cx="13904585" cy="11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>
                <a:solidFill>
                  <a:srgbClr val="D9D9D9"/>
                </a:solidFill>
                <a:latin typeface="Newzald Light"/>
              </a:rPr>
              <a:t>Director / Chief Investigator, ARC Centre of Excellence for the Mathematical Analysis of Cellular Systems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228244" y="7155636"/>
            <a:ext cx="13205353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912842"/>
            <a:chOff x="0" y="0"/>
            <a:chExt cx="4816593" cy="1030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801583" y="1209760"/>
            <a:ext cx="6267753" cy="5093974"/>
          </a:xfrm>
          <a:custGeom>
            <a:avLst/>
            <a:gdLst/>
            <a:ahLst/>
            <a:cxnLst/>
            <a:rect l="l" t="t" r="r" b="b"/>
            <a:pathLst>
              <a:path w="6267753" h="5093974">
                <a:moveTo>
                  <a:pt x="0" y="0"/>
                </a:moveTo>
                <a:lnTo>
                  <a:pt x="6267753" y="0"/>
                </a:lnTo>
                <a:lnTo>
                  <a:pt x="6267753" y="5093973"/>
                </a:lnTo>
                <a:lnTo>
                  <a:pt x="0" y="509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544727" y="4881245"/>
            <a:ext cx="6651996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101010"/>
                </a:solidFill>
                <a:latin typeface="Newzald Bold"/>
              </a:rPr>
              <a:t>SubHeading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4727" y="5868758"/>
            <a:ext cx="7083247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545454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4727" y="2004717"/>
            <a:ext cx="466811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FFFFFF"/>
                </a:solidFill>
                <a:latin typeface="National Bold"/>
              </a:rPr>
              <a:t>Heading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5939" y="5868758"/>
            <a:ext cx="7083247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545454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01128" y="0"/>
            <a:ext cx="5443436" cy="5143500"/>
            <a:chOff x="0" y="0"/>
            <a:chExt cx="1290296" cy="121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90296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68329" y="985175"/>
            <a:ext cx="2687208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Newzald Bold"/>
              </a:rPr>
              <a:t>SubHeading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68329" y="1563715"/>
            <a:ext cx="4109035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D9D9D9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844564" y="0"/>
            <a:ext cx="5443436" cy="5143500"/>
            <a:chOff x="0" y="0"/>
            <a:chExt cx="1290296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90296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511765" y="985175"/>
            <a:ext cx="2687208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Newzald Bold"/>
              </a:rPr>
              <a:t>SubHeading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11765" y="1563715"/>
            <a:ext cx="4109035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FFFFFF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401128" y="5143500"/>
            <a:ext cx="5443436" cy="5143500"/>
            <a:chOff x="0" y="0"/>
            <a:chExt cx="1290296" cy="121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90296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068329" y="6128675"/>
            <a:ext cx="2687208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Newzald Bold"/>
              </a:rPr>
              <a:t>SubHeading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68329" y="6707215"/>
            <a:ext cx="4109035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FFFFFF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844564" y="5143500"/>
            <a:ext cx="5443436" cy="5143500"/>
            <a:chOff x="0" y="0"/>
            <a:chExt cx="1290296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0296" cy="1219200"/>
            </a:xfrm>
            <a:custGeom>
              <a:avLst/>
              <a:gdLst/>
              <a:ahLst/>
              <a:cxnLst/>
              <a:rect l="l" t="t" r="r" b="b"/>
              <a:pathLst>
                <a:path w="1290296" h="1219200">
                  <a:moveTo>
                    <a:pt x="0" y="0"/>
                  </a:moveTo>
                  <a:lnTo>
                    <a:pt x="1290296" y="0"/>
                  </a:lnTo>
                  <a:lnTo>
                    <a:pt x="1290296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90296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511765" y="6128675"/>
            <a:ext cx="2687208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Newzald Bold"/>
              </a:rPr>
              <a:t>SubHeading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11765" y="6707215"/>
            <a:ext cx="4109035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D9D9D9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1496" y="1593374"/>
            <a:ext cx="362702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101010"/>
                </a:solidFill>
                <a:latin typeface="National Bold"/>
              </a:rPr>
              <a:t>Heading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21496" y="2796460"/>
            <a:ext cx="4643986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545454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25" name="Freeform 25"/>
          <p:cNvSpPr/>
          <p:nvPr/>
        </p:nvSpPr>
        <p:spPr>
          <a:xfrm>
            <a:off x="-1201801" y="5219620"/>
            <a:ext cx="8127642" cy="6605556"/>
          </a:xfrm>
          <a:custGeom>
            <a:avLst/>
            <a:gdLst/>
            <a:ahLst/>
            <a:cxnLst/>
            <a:rect l="l" t="t" r="r" b="b"/>
            <a:pathLst>
              <a:path w="8127642" h="6605556">
                <a:moveTo>
                  <a:pt x="0" y="0"/>
                </a:moveTo>
                <a:lnTo>
                  <a:pt x="8127642" y="0"/>
                </a:lnTo>
                <a:lnTo>
                  <a:pt x="8127642" y="6605556"/>
                </a:lnTo>
                <a:lnTo>
                  <a:pt x="0" y="6605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2446" y="1533621"/>
            <a:ext cx="319226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101010"/>
                </a:solidFill>
                <a:latin typeface="National Bold"/>
              </a:rPr>
              <a:t>Heading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5143500"/>
            <a:ext cx="6121614" cy="5143500"/>
            <a:chOff x="0" y="0"/>
            <a:chExt cx="1451049" cy="1219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1049" cy="1219200"/>
            </a:xfrm>
            <a:custGeom>
              <a:avLst/>
              <a:gdLst/>
              <a:ahLst/>
              <a:cxnLst/>
              <a:rect l="l" t="t" r="r" b="b"/>
              <a:pathLst>
                <a:path w="1451049" h="1219200">
                  <a:moveTo>
                    <a:pt x="0" y="0"/>
                  </a:moveTo>
                  <a:lnTo>
                    <a:pt x="1451049" y="0"/>
                  </a:lnTo>
                  <a:lnTo>
                    <a:pt x="145104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51049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21496" y="5934101"/>
            <a:ext cx="350949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Newzald Bold"/>
              </a:rPr>
              <a:t>SubHeading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1496" y="6539839"/>
            <a:ext cx="3678622" cy="198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D9D9D9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496" y="2707518"/>
            <a:ext cx="5814035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545454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9" name="Freeform 9"/>
          <p:cNvSpPr/>
          <p:nvPr/>
        </p:nvSpPr>
        <p:spPr>
          <a:xfrm>
            <a:off x="8187217" y="-1676277"/>
            <a:ext cx="12260528" cy="8939040"/>
          </a:xfrm>
          <a:custGeom>
            <a:avLst/>
            <a:gdLst/>
            <a:ahLst/>
            <a:cxnLst/>
            <a:rect l="l" t="t" r="r" b="b"/>
            <a:pathLst>
              <a:path w="12260528" h="8939040">
                <a:moveTo>
                  <a:pt x="0" y="0"/>
                </a:moveTo>
                <a:lnTo>
                  <a:pt x="12260529" y="0"/>
                </a:lnTo>
                <a:lnTo>
                  <a:pt x="12260529" y="8939040"/>
                </a:lnTo>
                <a:lnTo>
                  <a:pt x="0" y="8939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121614" y="5143500"/>
            <a:ext cx="6044772" cy="5143500"/>
            <a:chOff x="0" y="0"/>
            <a:chExt cx="1432835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32835" cy="1219200"/>
            </a:xfrm>
            <a:custGeom>
              <a:avLst/>
              <a:gdLst/>
              <a:ahLst/>
              <a:cxnLst/>
              <a:rect l="l" t="t" r="r" b="b"/>
              <a:pathLst>
                <a:path w="1432835" h="1219200">
                  <a:moveTo>
                    <a:pt x="0" y="0"/>
                  </a:moveTo>
                  <a:lnTo>
                    <a:pt x="1432835" y="0"/>
                  </a:lnTo>
                  <a:lnTo>
                    <a:pt x="1432835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32835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304689" y="5934101"/>
            <a:ext cx="350949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Newzald Bold"/>
              </a:rPr>
              <a:t>SubHeading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04689" y="6539839"/>
            <a:ext cx="3678622" cy="198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FFFFFF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166386" y="5143500"/>
            <a:ext cx="6121614" cy="5143500"/>
            <a:chOff x="0" y="0"/>
            <a:chExt cx="1451049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51049" cy="1219200"/>
            </a:xfrm>
            <a:custGeom>
              <a:avLst/>
              <a:gdLst/>
              <a:ahLst/>
              <a:cxnLst/>
              <a:rect l="l" t="t" r="r" b="b"/>
              <a:pathLst>
                <a:path w="1451049" h="1219200">
                  <a:moveTo>
                    <a:pt x="0" y="0"/>
                  </a:moveTo>
                  <a:lnTo>
                    <a:pt x="1451049" y="0"/>
                  </a:lnTo>
                  <a:lnTo>
                    <a:pt x="145104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51049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49461" y="5934101"/>
            <a:ext cx="3509493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Newzald Bold"/>
              </a:rPr>
              <a:t>SubHeading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49461" y="6539839"/>
            <a:ext cx="3678622" cy="198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D9D9D9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11545" y="1028700"/>
            <a:ext cx="9147755" cy="8229600"/>
            <a:chOff x="0" y="0"/>
            <a:chExt cx="2168357" cy="19507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8357" cy="1950720"/>
            </a:xfrm>
            <a:custGeom>
              <a:avLst/>
              <a:gdLst/>
              <a:ahLst/>
              <a:cxnLst/>
              <a:rect l="l" t="t" r="r" b="b"/>
              <a:pathLst>
                <a:path w="2168357" h="1950720">
                  <a:moveTo>
                    <a:pt x="0" y="0"/>
                  </a:moveTo>
                  <a:lnTo>
                    <a:pt x="2168357" y="0"/>
                  </a:lnTo>
                  <a:lnTo>
                    <a:pt x="2168357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68357" cy="1988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312988" y="5675340"/>
            <a:ext cx="9005307" cy="6565688"/>
          </a:xfrm>
          <a:custGeom>
            <a:avLst/>
            <a:gdLst/>
            <a:ahLst/>
            <a:cxnLst/>
            <a:rect l="l" t="t" r="r" b="b"/>
            <a:pathLst>
              <a:path w="9005307" h="6565688">
                <a:moveTo>
                  <a:pt x="0" y="0"/>
                </a:moveTo>
                <a:lnTo>
                  <a:pt x="9005308" y="0"/>
                </a:lnTo>
                <a:lnTo>
                  <a:pt x="9005308" y="6565688"/>
                </a:lnTo>
                <a:lnTo>
                  <a:pt x="0" y="6565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00000">
            <a:off x="-1974906" y="1974906"/>
            <a:ext cx="4238545" cy="288733"/>
            <a:chOff x="0" y="0"/>
            <a:chExt cx="1116325" cy="760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16324" cy="76045"/>
            </a:xfrm>
            <a:custGeom>
              <a:avLst/>
              <a:gdLst/>
              <a:ahLst/>
              <a:cxnLst/>
              <a:rect l="l" t="t" r="r" b="b"/>
              <a:pathLst>
                <a:path w="1116324" h="76045">
                  <a:moveTo>
                    <a:pt x="0" y="0"/>
                  </a:moveTo>
                  <a:lnTo>
                    <a:pt x="1116324" y="0"/>
                  </a:lnTo>
                  <a:lnTo>
                    <a:pt x="1116324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16325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12082" y="1593374"/>
            <a:ext cx="362702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FFFFFF"/>
                </a:solidFill>
                <a:latin typeface="National Bold"/>
              </a:rPr>
              <a:t>Heading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2082" y="2796460"/>
            <a:ext cx="4643986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D9D9D9"/>
                </a:solidFill>
                <a:latin typeface="Newzald Light"/>
              </a:rPr>
              <a:t>Lorem ipsum dolor sit amet, consectetur adipiscing elit. Duis vulputate nulla at ante rhoncus, vel efficitur felis condimentum. Proin odio odio.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66148" y="7282843"/>
            <a:ext cx="3145217" cy="1975457"/>
            <a:chOff x="0" y="0"/>
            <a:chExt cx="862412" cy="5416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412" cy="541666"/>
            </a:xfrm>
            <a:custGeom>
              <a:avLst/>
              <a:gdLst/>
              <a:ahLst/>
              <a:cxnLst/>
              <a:rect l="l" t="t" r="r" b="b"/>
              <a:pathLst>
                <a:path w="862412" h="541666">
                  <a:moveTo>
                    <a:pt x="0" y="0"/>
                  </a:moveTo>
                  <a:lnTo>
                    <a:pt x="862412" y="0"/>
                  </a:lnTo>
                  <a:lnTo>
                    <a:pt x="862412" y="541666"/>
                  </a:lnTo>
                  <a:lnTo>
                    <a:pt x="0" y="54166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2412" cy="589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50699" y="4626397"/>
            <a:ext cx="3145217" cy="1965108"/>
            <a:chOff x="0" y="0"/>
            <a:chExt cx="862412" cy="5388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2412" cy="538828"/>
            </a:xfrm>
            <a:custGeom>
              <a:avLst/>
              <a:gdLst/>
              <a:ahLst/>
              <a:cxnLst/>
              <a:rect l="l" t="t" r="r" b="b"/>
              <a:pathLst>
                <a:path w="862412" h="538828">
                  <a:moveTo>
                    <a:pt x="0" y="0"/>
                  </a:moveTo>
                  <a:lnTo>
                    <a:pt x="862412" y="0"/>
                  </a:lnTo>
                  <a:lnTo>
                    <a:pt x="862412" y="538828"/>
                  </a:lnTo>
                  <a:lnTo>
                    <a:pt x="0" y="5388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62412" cy="586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81424" y="7282843"/>
            <a:ext cx="3145217" cy="1975457"/>
            <a:chOff x="0" y="0"/>
            <a:chExt cx="862412" cy="5416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2412" cy="541666"/>
            </a:xfrm>
            <a:custGeom>
              <a:avLst/>
              <a:gdLst/>
              <a:ahLst/>
              <a:cxnLst/>
              <a:rect l="l" t="t" r="r" b="b"/>
              <a:pathLst>
                <a:path w="862412" h="541666">
                  <a:moveTo>
                    <a:pt x="0" y="0"/>
                  </a:moveTo>
                  <a:lnTo>
                    <a:pt x="862412" y="0"/>
                  </a:lnTo>
                  <a:lnTo>
                    <a:pt x="862412" y="541666"/>
                  </a:lnTo>
                  <a:lnTo>
                    <a:pt x="0" y="54166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62412" cy="589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86331" y="4626397"/>
            <a:ext cx="3145217" cy="1965108"/>
            <a:chOff x="0" y="0"/>
            <a:chExt cx="862412" cy="5388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2412" cy="538828"/>
            </a:xfrm>
            <a:custGeom>
              <a:avLst/>
              <a:gdLst/>
              <a:ahLst/>
              <a:cxnLst/>
              <a:rect l="l" t="t" r="r" b="b"/>
              <a:pathLst>
                <a:path w="862412" h="538828">
                  <a:moveTo>
                    <a:pt x="0" y="0"/>
                  </a:moveTo>
                  <a:lnTo>
                    <a:pt x="862412" y="0"/>
                  </a:lnTo>
                  <a:lnTo>
                    <a:pt x="862412" y="538828"/>
                  </a:lnTo>
                  <a:lnTo>
                    <a:pt x="0" y="5388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62412" cy="586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20663" y="4626397"/>
            <a:ext cx="3145217" cy="1965108"/>
            <a:chOff x="0" y="0"/>
            <a:chExt cx="862412" cy="5388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2412" cy="538828"/>
            </a:xfrm>
            <a:custGeom>
              <a:avLst/>
              <a:gdLst/>
              <a:ahLst/>
              <a:cxnLst/>
              <a:rect l="l" t="t" r="r" b="b"/>
              <a:pathLst>
                <a:path w="862412" h="538828">
                  <a:moveTo>
                    <a:pt x="0" y="0"/>
                  </a:moveTo>
                  <a:lnTo>
                    <a:pt x="862412" y="0"/>
                  </a:lnTo>
                  <a:lnTo>
                    <a:pt x="862412" y="538828"/>
                  </a:lnTo>
                  <a:lnTo>
                    <a:pt x="0" y="5388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62412" cy="586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7981424" y="9258300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1945792" y="659150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7981424" y="659150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-3383877" y="-4351859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7659121">
            <a:off x="13491825" y="5132421"/>
            <a:ext cx="8888938" cy="9121112"/>
          </a:xfrm>
          <a:custGeom>
            <a:avLst/>
            <a:gdLst/>
            <a:ahLst/>
            <a:cxnLst/>
            <a:rect l="l" t="t" r="r" b="b"/>
            <a:pathLst>
              <a:path w="8888938" h="9121112">
                <a:moveTo>
                  <a:pt x="0" y="0"/>
                </a:moveTo>
                <a:lnTo>
                  <a:pt x="8888938" y="0"/>
                </a:lnTo>
                <a:lnTo>
                  <a:pt x="8888938" y="9121111"/>
                </a:lnTo>
                <a:lnTo>
                  <a:pt x="0" y="9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4020663" y="659150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2191501" y="5043943"/>
            <a:ext cx="2663612" cy="1130017"/>
          </a:xfrm>
          <a:custGeom>
            <a:avLst/>
            <a:gdLst/>
            <a:ahLst/>
            <a:cxnLst/>
            <a:rect l="l" t="t" r="r" b="b"/>
            <a:pathLst>
              <a:path w="2663612" h="1130017">
                <a:moveTo>
                  <a:pt x="0" y="0"/>
                </a:moveTo>
                <a:lnTo>
                  <a:pt x="2663612" y="0"/>
                </a:lnTo>
                <a:lnTo>
                  <a:pt x="2663612" y="1130017"/>
                </a:lnTo>
                <a:lnTo>
                  <a:pt x="0" y="11300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7984955" y="7641528"/>
            <a:ext cx="3145217" cy="1258087"/>
          </a:xfrm>
          <a:custGeom>
            <a:avLst/>
            <a:gdLst/>
            <a:ahLst/>
            <a:cxnLst/>
            <a:rect l="l" t="t" r="r" b="b"/>
            <a:pathLst>
              <a:path w="3145217" h="1258087">
                <a:moveTo>
                  <a:pt x="0" y="0"/>
                </a:moveTo>
                <a:lnTo>
                  <a:pt x="3145217" y="0"/>
                </a:lnTo>
                <a:lnTo>
                  <a:pt x="3145217" y="1258087"/>
                </a:lnTo>
                <a:lnTo>
                  <a:pt x="0" y="12580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4725969" y="4741649"/>
            <a:ext cx="1734605" cy="1734605"/>
          </a:xfrm>
          <a:custGeom>
            <a:avLst/>
            <a:gdLst/>
            <a:ahLst/>
            <a:cxnLst/>
            <a:rect l="l" t="t" r="r" b="b"/>
            <a:pathLst>
              <a:path w="1734605" h="1734605">
                <a:moveTo>
                  <a:pt x="0" y="0"/>
                </a:moveTo>
                <a:lnTo>
                  <a:pt x="1734605" y="0"/>
                </a:lnTo>
                <a:lnTo>
                  <a:pt x="1734605" y="1734605"/>
                </a:lnTo>
                <a:lnTo>
                  <a:pt x="0" y="1734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4020663" y="9258300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8111054" y="5143500"/>
            <a:ext cx="2893020" cy="930902"/>
          </a:xfrm>
          <a:custGeom>
            <a:avLst/>
            <a:gdLst/>
            <a:ahLst/>
            <a:cxnLst/>
            <a:rect l="l" t="t" r="r" b="b"/>
            <a:pathLst>
              <a:path w="2893020" h="930902">
                <a:moveTo>
                  <a:pt x="0" y="0"/>
                </a:moveTo>
                <a:lnTo>
                  <a:pt x="2893020" y="0"/>
                </a:lnTo>
                <a:lnTo>
                  <a:pt x="2893020" y="930902"/>
                </a:lnTo>
                <a:lnTo>
                  <a:pt x="0" y="9309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4158154" y="7768280"/>
            <a:ext cx="2870234" cy="1004582"/>
          </a:xfrm>
          <a:custGeom>
            <a:avLst/>
            <a:gdLst/>
            <a:ahLst/>
            <a:cxnLst/>
            <a:rect l="l" t="t" r="r" b="b"/>
            <a:pathLst>
              <a:path w="2870234" h="1004582">
                <a:moveTo>
                  <a:pt x="0" y="0"/>
                </a:moveTo>
                <a:lnTo>
                  <a:pt x="2870234" y="0"/>
                </a:lnTo>
                <a:lnTo>
                  <a:pt x="2870234" y="1004582"/>
                </a:lnTo>
                <a:lnTo>
                  <a:pt x="0" y="10045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4020663" y="1432266"/>
            <a:ext cx="13238637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FFFFFF"/>
                </a:solidFill>
                <a:latin typeface="National Bold"/>
              </a:rPr>
              <a:t>MACSYS is an ARC-funded Centre of Excellence that spans five Australian Universities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55795" y="2695622"/>
            <a:ext cx="3145217" cy="1051532"/>
            <a:chOff x="0" y="0"/>
            <a:chExt cx="862412" cy="2883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255795" y="3739836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2"/>
                </a:lnTo>
                <a:lnTo>
                  <a:pt x="0" y="33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706158" y="3739836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2"/>
                </a:lnTo>
                <a:lnTo>
                  <a:pt x="0" y="33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3383877" y="-4351859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7659121">
            <a:off x="15018060" y="5674826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255795" y="1391347"/>
            <a:ext cx="878818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FFFFFF"/>
                </a:solidFill>
                <a:latin typeface="National Bold"/>
              </a:rPr>
              <a:t>Partner Organisations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4324541" y="2835261"/>
            <a:ext cx="3007726" cy="772254"/>
          </a:xfrm>
          <a:custGeom>
            <a:avLst/>
            <a:gdLst/>
            <a:ahLst/>
            <a:cxnLst/>
            <a:rect l="l" t="t" r="r" b="b"/>
            <a:pathLst>
              <a:path w="3007726" h="772254">
                <a:moveTo>
                  <a:pt x="0" y="0"/>
                </a:moveTo>
                <a:lnTo>
                  <a:pt x="3007726" y="0"/>
                </a:lnTo>
                <a:lnTo>
                  <a:pt x="3007726" y="772254"/>
                </a:lnTo>
                <a:lnTo>
                  <a:pt x="0" y="772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706158" y="2688304"/>
            <a:ext cx="3145217" cy="1051532"/>
            <a:chOff x="0" y="0"/>
            <a:chExt cx="862412" cy="2883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44779" y="2695622"/>
            <a:ext cx="3145217" cy="1051532"/>
            <a:chOff x="0" y="0"/>
            <a:chExt cx="862412" cy="2883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156520" y="3739836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2"/>
                </a:lnTo>
                <a:lnTo>
                  <a:pt x="0" y="33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7706502" y="2921552"/>
            <a:ext cx="3145217" cy="599672"/>
          </a:xfrm>
          <a:custGeom>
            <a:avLst/>
            <a:gdLst/>
            <a:ahLst/>
            <a:cxnLst/>
            <a:rect l="l" t="t" r="r" b="b"/>
            <a:pathLst>
              <a:path w="3145217" h="599672">
                <a:moveTo>
                  <a:pt x="0" y="0"/>
                </a:moveTo>
                <a:lnTo>
                  <a:pt x="3145218" y="0"/>
                </a:lnTo>
                <a:lnTo>
                  <a:pt x="3145218" y="599672"/>
                </a:lnTo>
                <a:lnTo>
                  <a:pt x="0" y="599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407213" y="2724986"/>
            <a:ext cx="2620350" cy="978169"/>
          </a:xfrm>
          <a:custGeom>
            <a:avLst/>
            <a:gdLst/>
            <a:ahLst/>
            <a:cxnLst/>
            <a:rect l="l" t="t" r="r" b="b"/>
            <a:pathLst>
              <a:path w="2620350" h="978169">
                <a:moveTo>
                  <a:pt x="0" y="0"/>
                </a:moveTo>
                <a:lnTo>
                  <a:pt x="2620350" y="0"/>
                </a:lnTo>
                <a:lnTo>
                  <a:pt x="2620350" y="978169"/>
                </a:lnTo>
                <a:lnTo>
                  <a:pt x="0" y="978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4255795" y="4339618"/>
            <a:ext cx="3145217" cy="1051532"/>
            <a:chOff x="0" y="0"/>
            <a:chExt cx="862412" cy="2883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255795" y="5400675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7706502" y="4339618"/>
            <a:ext cx="3145217" cy="1051532"/>
            <a:chOff x="0" y="0"/>
            <a:chExt cx="862412" cy="2883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7706158" y="5405437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2"/>
                </a:lnTo>
                <a:lnTo>
                  <a:pt x="0" y="33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1156520" y="4339618"/>
            <a:ext cx="3145217" cy="1051532"/>
            <a:chOff x="0" y="0"/>
            <a:chExt cx="862412" cy="2883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1144779" y="5405438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4597024" y="4388981"/>
            <a:ext cx="2462761" cy="952806"/>
          </a:xfrm>
          <a:custGeom>
            <a:avLst/>
            <a:gdLst/>
            <a:ahLst/>
            <a:cxnLst/>
            <a:rect l="l" t="t" r="r" b="b"/>
            <a:pathLst>
              <a:path w="2462761" h="952806">
                <a:moveTo>
                  <a:pt x="0" y="0"/>
                </a:moveTo>
                <a:lnTo>
                  <a:pt x="2462760" y="0"/>
                </a:lnTo>
                <a:lnTo>
                  <a:pt x="2462760" y="952806"/>
                </a:lnTo>
                <a:lnTo>
                  <a:pt x="0" y="9528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7840740" y="4461787"/>
            <a:ext cx="2876054" cy="807194"/>
          </a:xfrm>
          <a:custGeom>
            <a:avLst/>
            <a:gdLst/>
            <a:ahLst/>
            <a:cxnLst/>
            <a:rect l="l" t="t" r="r" b="b"/>
            <a:pathLst>
              <a:path w="2876054" h="807194">
                <a:moveTo>
                  <a:pt x="0" y="0"/>
                </a:moveTo>
                <a:lnTo>
                  <a:pt x="2876053" y="0"/>
                </a:lnTo>
                <a:lnTo>
                  <a:pt x="2876053" y="807194"/>
                </a:lnTo>
                <a:lnTo>
                  <a:pt x="0" y="8071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4256485" y="6000456"/>
            <a:ext cx="3145217" cy="1051532"/>
            <a:chOff x="0" y="0"/>
            <a:chExt cx="862412" cy="2883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706502" y="6000456"/>
            <a:ext cx="3145217" cy="1051532"/>
            <a:chOff x="0" y="0"/>
            <a:chExt cx="862412" cy="28832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144779" y="6000456"/>
            <a:ext cx="3145217" cy="1051532"/>
            <a:chOff x="0" y="0"/>
            <a:chExt cx="862412" cy="28832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706158" y="7668401"/>
            <a:ext cx="3145217" cy="1051532"/>
            <a:chOff x="0" y="0"/>
            <a:chExt cx="862412" cy="28832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144779" y="7697389"/>
            <a:ext cx="3145217" cy="1051532"/>
            <a:chOff x="0" y="0"/>
            <a:chExt cx="862412" cy="2883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62412" cy="288328"/>
            </a:xfrm>
            <a:custGeom>
              <a:avLst/>
              <a:gdLst/>
              <a:ahLst/>
              <a:cxnLst/>
              <a:rect l="l" t="t" r="r" b="b"/>
              <a:pathLst>
                <a:path w="862412" h="288328">
                  <a:moveTo>
                    <a:pt x="0" y="0"/>
                  </a:moveTo>
                  <a:lnTo>
                    <a:pt x="862412" y="0"/>
                  </a:lnTo>
                  <a:lnTo>
                    <a:pt x="862412" y="288328"/>
                  </a:lnTo>
                  <a:lnTo>
                    <a:pt x="0" y="2883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862412" cy="335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4688667" y="6036418"/>
            <a:ext cx="2279474" cy="979609"/>
          </a:xfrm>
          <a:custGeom>
            <a:avLst/>
            <a:gdLst/>
            <a:ahLst/>
            <a:cxnLst/>
            <a:rect l="l" t="t" r="r" b="b"/>
            <a:pathLst>
              <a:path w="2279474" h="979609">
                <a:moveTo>
                  <a:pt x="0" y="0"/>
                </a:moveTo>
                <a:lnTo>
                  <a:pt x="2279474" y="0"/>
                </a:lnTo>
                <a:lnTo>
                  <a:pt x="2279474" y="979609"/>
                </a:lnTo>
                <a:lnTo>
                  <a:pt x="0" y="979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256" t="-24337" r="-16481" b="-385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8753345" y="6000456"/>
            <a:ext cx="1051532" cy="1051532"/>
          </a:xfrm>
          <a:custGeom>
            <a:avLst/>
            <a:gdLst/>
            <a:ahLst/>
            <a:cxnLst/>
            <a:rect l="l" t="t" r="r" b="b"/>
            <a:pathLst>
              <a:path w="1051532" h="1051532">
                <a:moveTo>
                  <a:pt x="0" y="0"/>
                </a:moveTo>
                <a:lnTo>
                  <a:pt x="1051532" y="0"/>
                </a:lnTo>
                <a:lnTo>
                  <a:pt x="1051532" y="1051533"/>
                </a:lnTo>
                <a:lnTo>
                  <a:pt x="0" y="1051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1239201" y="6223173"/>
            <a:ext cx="2979854" cy="606099"/>
          </a:xfrm>
          <a:custGeom>
            <a:avLst/>
            <a:gdLst/>
            <a:ahLst/>
            <a:cxnLst/>
            <a:rect l="l" t="t" r="r" b="b"/>
            <a:pathLst>
              <a:path w="2979854" h="606099">
                <a:moveTo>
                  <a:pt x="0" y="0"/>
                </a:moveTo>
                <a:lnTo>
                  <a:pt x="2979855" y="0"/>
                </a:lnTo>
                <a:lnTo>
                  <a:pt x="2979855" y="606099"/>
                </a:lnTo>
                <a:lnTo>
                  <a:pt x="0" y="6060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4255795" y="7651770"/>
            <a:ext cx="3145907" cy="1084796"/>
          </a:xfrm>
          <a:custGeom>
            <a:avLst/>
            <a:gdLst/>
            <a:ahLst/>
            <a:cxnLst/>
            <a:rect l="l" t="t" r="r" b="b"/>
            <a:pathLst>
              <a:path w="3145907" h="1084796">
                <a:moveTo>
                  <a:pt x="0" y="0"/>
                </a:moveTo>
                <a:lnTo>
                  <a:pt x="3145907" y="0"/>
                </a:lnTo>
                <a:lnTo>
                  <a:pt x="3145907" y="1084795"/>
                </a:lnTo>
                <a:lnTo>
                  <a:pt x="0" y="10847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53"/>
          <p:cNvSpPr/>
          <p:nvPr/>
        </p:nvSpPr>
        <p:spPr>
          <a:xfrm>
            <a:off x="4255795" y="7051989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Freeform 54"/>
          <p:cNvSpPr/>
          <p:nvPr/>
        </p:nvSpPr>
        <p:spPr>
          <a:xfrm>
            <a:off x="4187049" y="8748921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2"/>
                </a:lnTo>
                <a:lnTo>
                  <a:pt x="0" y="33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5" name="Freeform 55"/>
          <p:cNvSpPr/>
          <p:nvPr/>
        </p:nvSpPr>
        <p:spPr>
          <a:xfrm>
            <a:off x="7706158" y="7651770"/>
            <a:ext cx="3145562" cy="1100947"/>
          </a:xfrm>
          <a:custGeom>
            <a:avLst/>
            <a:gdLst/>
            <a:ahLst/>
            <a:cxnLst/>
            <a:rect l="l" t="t" r="r" b="b"/>
            <a:pathLst>
              <a:path w="3145562" h="1100947">
                <a:moveTo>
                  <a:pt x="0" y="0"/>
                </a:moveTo>
                <a:lnTo>
                  <a:pt x="3145562" y="0"/>
                </a:lnTo>
                <a:lnTo>
                  <a:pt x="3145562" y="1100947"/>
                </a:lnTo>
                <a:lnTo>
                  <a:pt x="0" y="110094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Freeform 56"/>
          <p:cNvSpPr/>
          <p:nvPr/>
        </p:nvSpPr>
        <p:spPr>
          <a:xfrm>
            <a:off x="11395472" y="7696976"/>
            <a:ext cx="2643831" cy="994382"/>
          </a:xfrm>
          <a:custGeom>
            <a:avLst/>
            <a:gdLst/>
            <a:ahLst/>
            <a:cxnLst/>
            <a:rect l="l" t="t" r="r" b="b"/>
            <a:pathLst>
              <a:path w="2643831" h="994382">
                <a:moveTo>
                  <a:pt x="0" y="0"/>
                </a:moveTo>
                <a:lnTo>
                  <a:pt x="2643832" y="0"/>
                </a:lnTo>
                <a:lnTo>
                  <a:pt x="2643832" y="994383"/>
                </a:lnTo>
                <a:lnTo>
                  <a:pt x="0" y="99438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42931" r="-4413" b="-421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7" name="Freeform 57"/>
          <p:cNvSpPr/>
          <p:nvPr/>
        </p:nvSpPr>
        <p:spPr>
          <a:xfrm>
            <a:off x="7706158" y="8748921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2"/>
                </a:lnTo>
                <a:lnTo>
                  <a:pt x="0" y="33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Freeform 58"/>
          <p:cNvSpPr/>
          <p:nvPr/>
        </p:nvSpPr>
        <p:spPr>
          <a:xfrm>
            <a:off x="11156520" y="8748921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7" y="0"/>
                </a:lnTo>
                <a:lnTo>
                  <a:pt x="3145217" y="333082"/>
                </a:lnTo>
                <a:lnTo>
                  <a:pt x="0" y="33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Freeform 59"/>
          <p:cNvSpPr/>
          <p:nvPr/>
        </p:nvSpPr>
        <p:spPr>
          <a:xfrm>
            <a:off x="7706502" y="7051989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0" name="Freeform 60"/>
          <p:cNvSpPr/>
          <p:nvPr/>
        </p:nvSpPr>
        <p:spPr>
          <a:xfrm>
            <a:off x="11073838" y="7051989"/>
            <a:ext cx="3145217" cy="333081"/>
          </a:xfrm>
          <a:custGeom>
            <a:avLst/>
            <a:gdLst/>
            <a:ahLst/>
            <a:cxnLst/>
            <a:rect l="l" t="t" r="r" b="b"/>
            <a:pathLst>
              <a:path w="3145217" h="333081">
                <a:moveTo>
                  <a:pt x="0" y="0"/>
                </a:moveTo>
                <a:lnTo>
                  <a:pt x="3145218" y="0"/>
                </a:lnTo>
                <a:lnTo>
                  <a:pt x="3145218" y="333081"/>
                </a:lnTo>
                <a:lnTo>
                  <a:pt x="0" y="333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1" name="Freeform 61"/>
          <p:cNvSpPr/>
          <p:nvPr/>
        </p:nvSpPr>
        <p:spPr>
          <a:xfrm>
            <a:off x="11289870" y="4112932"/>
            <a:ext cx="1504904" cy="1504904"/>
          </a:xfrm>
          <a:custGeom>
            <a:avLst/>
            <a:gdLst/>
            <a:ahLst/>
            <a:cxnLst/>
            <a:rect l="l" t="t" r="r" b="b"/>
            <a:pathLst>
              <a:path w="1504904" h="1504904">
                <a:moveTo>
                  <a:pt x="0" y="0"/>
                </a:moveTo>
                <a:lnTo>
                  <a:pt x="1504903" y="0"/>
                </a:lnTo>
                <a:lnTo>
                  <a:pt x="1504903" y="1504904"/>
                </a:lnTo>
                <a:lnTo>
                  <a:pt x="0" y="15049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161455" y="1427962"/>
            <a:ext cx="9143383" cy="7431077"/>
          </a:xfrm>
          <a:custGeom>
            <a:avLst/>
            <a:gdLst/>
            <a:ahLst/>
            <a:cxnLst/>
            <a:rect l="l" t="t" r="r" b="b"/>
            <a:pathLst>
              <a:path w="9143383" h="7431077">
                <a:moveTo>
                  <a:pt x="9143383" y="0"/>
                </a:moveTo>
                <a:lnTo>
                  <a:pt x="0" y="0"/>
                </a:lnTo>
                <a:lnTo>
                  <a:pt x="0" y="7431076"/>
                </a:lnTo>
                <a:lnTo>
                  <a:pt x="9143383" y="7431076"/>
                </a:lnTo>
                <a:lnTo>
                  <a:pt x="91433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981917" y="9998267"/>
            <a:ext cx="9995383" cy="288733"/>
            <a:chOff x="0" y="0"/>
            <a:chExt cx="2632529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32529" cy="76045"/>
            </a:xfrm>
            <a:custGeom>
              <a:avLst/>
              <a:gdLst/>
              <a:ahLst/>
              <a:cxnLst/>
              <a:rect l="l" t="t" r="r" b="b"/>
              <a:pathLst>
                <a:path w="2632529" h="76045">
                  <a:moveTo>
                    <a:pt x="0" y="0"/>
                  </a:moveTo>
                  <a:lnTo>
                    <a:pt x="2632529" y="0"/>
                  </a:lnTo>
                  <a:lnTo>
                    <a:pt x="2632529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632529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968491" y="2055085"/>
            <a:ext cx="895470" cy="677653"/>
          </a:xfrm>
          <a:custGeom>
            <a:avLst/>
            <a:gdLst/>
            <a:ahLst/>
            <a:cxnLst/>
            <a:rect l="l" t="t" r="r" b="b"/>
            <a:pathLst>
              <a:path w="895470" h="677653">
                <a:moveTo>
                  <a:pt x="0" y="0"/>
                </a:moveTo>
                <a:lnTo>
                  <a:pt x="895469" y="0"/>
                </a:lnTo>
                <a:lnTo>
                  <a:pt x="895469" y="677653"/>
                </a:lnTo>
                <a:lnTo>
                  <a:pt x="0" y="6776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11817" b="-36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981917" y="5612277"/>
            <a:ext cx="3221317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599" spc="249">
                <a:solidFill>
                  <a:srgbClr val="FFFFFF"/>
                </a:solidFill>
                <a:latin typeface="Newzald Bold"/>
              </a:rPr>
              <a:t>Phone Number: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81917" y="6150122"/>
            <a:ext cx="534110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Newzald Light"/>
              </a:rPr>
              <a:t>+61 3344 9188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81917" y="7078788"/>
            <a:ext cx="2670553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599" spc="249">
                <a:solidFill>
                  <a:srgbClr val="FFFFFF"/>
                </a:solidFill>
                <a:latin typeface="Newzald Bold"/>
              </a:rPr>
              <a:t>Email Address: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81917" y="7616633"/>
            <a:ext cx="534110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Newzald Light"/>
              </a:rPr>
              <a:t>info@macsys.com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81917" y="1960524"/>
            <a:ext cx="827738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FFFFFF"/>
                </a:solidFill>
                <a:latin typeface="National Bold"/>
              </a:rPr>
              <a:t>Contact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81917" y="4144202"/>
            <a:ext cx="2670553" cy="3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59"/>
              </a:lnSpc>
              <a:spcBef>
                <a:spcPct val="0"/>
              </a:spcBef>
            </a:pPr>
            <a:r>
              <a:rPr lang="en-US" sz="2599" spc="249">
                <a:solidFill>
                  <a:srgbClr val="FFFFFF"/>
                </a:solidFill>
                <a:latin typeface="Newzald Bold"/>
              </a:rPr>
              <a:t>Website: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81917" y="4685665"/>
            <a:ext cx="5341105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Newzald Light"/>
              </a:rPr>
              <a:t>www.macsys.org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36633" y="3321250"/>
            <a:ext cx="12319177" cy="2534767"/>
          </a:xfrm>
          <a:custGeom>
            <a:avLst/>
            <a:gdLst/>
            <a:ahLst/>
            <a:cxnLst/>
            <a:rect l="l" t="t" r="r" b="b"/>
            <a:pathLst>
              <a:path w="12319177" h="2534767">
                <a:moveTo>
                  <a:pt x="0" y="0"/>
                </a:moveTo>
                <a:lnTo>
                  <a:pt x="12319176" y="0"/>
                </a:lnTo>
                <a:lnTo>
                  <a:pt x="12319176" y="2534767"/>
                </a:lnTo>
                <a:lnTo>
                  <a:pt x="0" y="253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48B561EB86864497C49D669518D707" ma:contentTypeVersion="17" ma:contentTypeDescription="Create a new document." ma:contentTypeScope="" ma:versionID="ce891e19daae7c768d76ed67921d4de0">
  <xsd:schema xmlns:xsd="http://www.w3.org/2001/XMLSchema" xmlns:xs="http://www.w3.org/2001/XMLSchema" xmlns:p="http://schemas.microsoft.com/office/2006/metadata/properties" xmlns:ns2="7b4b5dc6-7355-4b26-8e60-bb3e8b6e76df" xmlns:ns3="516437e4-1b6a-4f0d-acc6-84cbb261cd32" targetNamespace="http://schemas.microsoft.com/office/2006/metadata/properties" ma:root="true" ma:fieldsID="bfac75ea5bf8423e313a35f73415d483" ns2:_="" ns3:_="">
    <xsd:import namespace="7b4b5dc6-7355-4b26-8e60-bb3e8b6e76df"/>
    <xsd:import namespace="516437e4-1b6a-4f0d-acc6-84cbb261cd3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b5dc6-7355-4b26-8e60-bb3e8b6e76d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b163b37-248a-4bdb-8038-6e8df1cc47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6437e4-1b6a-4f0d-acc6-84cbb261cd3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7351d0f-1954-4467-9be8-fa10de2845b9}" ma:internalName="TaxCatchAll" ma:showField="CatchAllData" ma:web="516437e4-1b6a-4f0d-acc6-84cbb261cd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4b5dc6-7355-4b26-8e60-bb3e8b6e76df">
      <Terms xmlns="http://schemas.microsoft.com/office/infopath/2007/PartnerControls"/>
    </lcf76f155ced4ddcb4097134ff3c332f>
    <TaxCatchAll xmlns="516437e4-1b6a-4f0d-acc6-84cbb261cd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127E68-3643-4B27-9E53-16AA97ECA872}">
  <ds:schemaRefs>
    <ds:schemaRef ds:uri="516437e4-1b6a-4f0d-acc6-84cbb261cd32"/>
    <ds:schemaRef ds:uri="7b4b5dc6-7355-4b26-8e60-bb3e8b6e76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58B928-D02C-4283-A120-BE969809FF04}">
  <ds:schemaRefs>
    <ds:schemaRef ds:uri="516437e4-1b6a-4f0d-acc6-84cbb261cd32"/>
    <ds:schemaRef ds:uri="7b4b5dc6-7355-4b26-8e60-bb3e8b6e76d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2CB8EC9-3663-4F48-8FC7-471A21FAA4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MACSYS_presentation_template</dc:title>
  <cp:revision>1</cp:revision>
  <dcterms:created xsi:type="dcterms:W3CDTF">2006-08-16T00:00:00Z</dcterms:created>
  <dcterms:modified xsi:type="dcterms:W3CDTF">2024-08-22T05:31:20Z</dcterms:modified>
  <dc:identifier>DAFuerKCZ6I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0x0101008C48B561EB86864497C49D669518D707</vt:lpwstr>
  </property>
  <property fmtid="{D5CDD505-2E9C-101B-9397-08002B2CF9AE}" pid="3" name="MediaServiceImageTags">
    <vt:lpwstr/>
  </property>
</Properties>
</file>